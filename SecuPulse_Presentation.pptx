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6692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SecuPulse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4688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visibilité sur la sécurité du SI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qui répond en une exécution à la question : </a:t>
            </a:r>
            <a:pPr indent="0" marL="0">
              <a:buNone/>
            </a:pPr>
            <a:r>
              <a:rPr lang="en-US" sz="18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où en est ma sécurité, maintenant ? 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projet — Omar Benmansour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Cybersécurité &amp;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SI, c'est avancer sans tableau de bord sécurité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1460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51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Active Directory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907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dormants, admins trop nombreux, mots de passe sans expiration — invisibles sans audit manuel.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94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51460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60920" y="2907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à risque exposés (RDP, SMB, Telnet), absence de segmentation : on ne le voit qu'en cherchant.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805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617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16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&amp; serveurs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8737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non patchées, sans antivirus, non chiffrées : aucune vue d'ensemble consolidée.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4805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177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16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60920" y="48737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 incomplète, restaurations jamais testées : un risque qui ne se voit pas.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ce tour à la main prend des heures — et l'info est périmée le lendemain.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posture, recalculé à chaque exécution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40880" y="1828800"/>
            <a:ext cx="4572000" cy="4206240"/>
          </a:xfrm>
          <a:prstGeom prst="roundRect">
            <a:avLst>
              <a:gd name="adj" fmla="val 13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hero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965960"/>
            <a:ext cx="4297680" cy="3630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HTML généré automatiquement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Collecte automatique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2286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interroge l'AD, le réseau, les postes et les sauvegardes.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09981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 sur 100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3337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faille est notée par sévérité et pondérée en un score global lisible.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513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977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Rapport actionnable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63040" y="4389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classés par catégorie, chacun avec sa recommandation concrète.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20293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5029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Exécution planifiée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463040" y="5440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 chaque lundi : la posture est toujours à jour, sans effort.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sur un SI en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926080" cy="292608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97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INSUFFISANT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6344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22860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0408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228600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4183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constats analysés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constat est accompagné d'une recommandation directement applicable (ex : désactiver les comptes inactifs &gt; 90 j, fermer Telnet, appliquer la règle 3-2-1).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bas n'est pas un échec : c'est une feuille de route priorisée.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pour la DSI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un SI en cours de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9748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529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immédiate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926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chiffrée de la sécurité à tout moment, sans audit externe coûteux.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1945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69748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8529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926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prenait des heures de vérification manuelle devient une exécution automatique.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1772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7731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claire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846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sont triées par criticité : on sait par quoi commencer.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61772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77316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 vers l'IA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846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idéale pour ajouter détection d'anomalies, historisation et alerting intelligent.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ensuite 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prototype prêt, une trajectoire claire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23360" y="21762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fonctionnel en Python, rapport HTML, publié sur GitHub.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044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304495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Branchement réel : AD (PowerShell), réseau (Nmap), postes (Intune).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0" y="39136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 du score, envoi automatique par mail, export PDF.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892040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782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7823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et alerting intelligent, intégration au SIEM.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80644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989320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5806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 possible sur mon lab : 30 VMs, Active Directory, pfSense, Wazuh.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SecuPulse</dc:title>
  <dc:subject>PptxGenJS Presentation</dc:subject>
  <dc:creator>Omar Benmansour</dc:creator>
  <cp:lastModifiedBy>Omar Benmansour</cp:lastModifiedBy>
  <cp:revision>1</cp:revision>
  <dcterms:created xsi:type="dcterms:W3CDTF">2026-06-22T17:11:09Z</dcterms:created>
  <dcterms:modified xsi:type="dcterms:W3CDTF">2026-06-22T17:11:09Z</dcterms:modified>
</cp:coreProperties>
</file>